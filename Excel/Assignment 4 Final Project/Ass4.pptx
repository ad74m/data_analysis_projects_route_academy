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7" r:id="rId6"/>
    <p:sldId id="267" r:id="rId7"/>
    <p:sldId id="272" r:id="rId8"/>
    <p:sldId id="273" r:id="rId9"/>
    <p:sldId id="268" r:id="rId10"/>
    <p:sldId id="274" r:id="rId11"/>
    <p:sldId id="275" r:id="rId12"/>
    <p:sldId id="276" r:id="rId13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EC20E35-A176-4012-BC5E-935CFFF8708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599" autoAdjust="0"/>
  </p:normalViewPr>
  <p:slideViewPr>
    <p:cSldViewPr>
      <p:cViewPr varScale="1">
        <p:scale>
          <a:sx n="95" d="100"/>
          <a:sy n="95" d="100"/>
        </p:scale>
        <p:origin x="168" y="29"/>
      </p:cViewPr>
      <p:guideLst>
        <p:guide pos="3839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52" d="100"/>
          <a:sy n="52" d="100"/>
        </p:scale>
        <p:origin x="2664" y="3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AA43A-3F76-4A13-9CD6-36134EB429E3}" type="datetimeFigureOut">
              <a:rPr lang="en-US"/>
              <a:t>8/19/2026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50423A-8BCE-448E-A97B-03A88B2B12C1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1395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674A4F-2B7A-4ECB-A400-260B2FFC03C1}" type="datetimeFigureOut">
              <a:rPr lang="en-US"/>
              <a:t>8/19/2026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F2A70B-78F2-4DCF-B53B-C990D2FAFB8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15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2413" y="1905000"/>
            <a:ext cx="9144000" cy="2667000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6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7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9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5105400"/>
            <a:ext cx="9143999" cy="10668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4356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548640">
              <a:defRPr/>
            </a:lvl2pPr>
            <a:lvl3pPr marL="777240">
              <a:defRPr/>
            </a:lvl3pPr>
            <a:lvl4pPr marL="1005840">
              <a:defRPr/>
            </a:lvl4pPr>
            <a:lvl5pPr marL="1234440">
              <a:defRPr/>
            </a:lvl5pPr>
            <a:lvl6pPr marL="1463040">
              <a:defRPr baseline="0"/>
            </a:lvl6pPr>
            <a:lvl7pPr marL="1691640">
              <a:defRPr baseline="0"/>
            </a:lvl7pPr>
            <a:lvl8pPr marL="1920240">
              <a:defRPr baseline="0"/>
            </a:lvl8pPr>
            <a:lvl9pPr marL="2148840"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4472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3" y="1905000"/>
            <a:ext cx="9144000" cy="2667000"/>
          </a:xfrm>
        </p:spPr>
        <p:txBody>
          <a:bodyPr anchor="b">
            <a:noAutofit/>
          </a:bodyPr>
          <a:lstStyle>
            <a:lvl1pPr algn="l">
              <a:defRPr sz="4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5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6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7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5102525"/>
            <a:ext cx="9143999" cy="1069675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797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8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9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2413" y="1905000"/>
            <a:ext cx="4419599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6815" y="1905000"/>
            <a:ext cx="4419598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3294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0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1" name="Freeform 16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6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413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9860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9860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956816"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/>
            </a:lvl8pPr>
            <a:lvl9pPr marL="1956816"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8249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7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8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9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31561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596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2413" y="3429000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0022" y="1905000"/>
            <a:ext cx="5669280" cy="4038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 baseline="0"/>
            </a:lvl7pPr>
            <a:lvl8pPr>
              <a:defRPr sz="1600" baseline="0"/>
            </a:lvl8pPr>
            <a:lvl9pPr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grpSp>
        <p:nvGrpSpPr>
          <p:cNvPr id="615" name="frame" descr="Box graphic"/>
          <p:cNvGrpSpPr/>
          <p:nvPr/>
        </p:nvGrpSpPr>
        <p:grpSpPr bwMode="invGray">
          <a:xfrm>
            <a:off x="4417839" y="1630821"/>
            <a:ext cx="6291028" cy="4575885"/>
            <a:chOff x="4417839" y="1630821"/>
            <a:chExt cx="6291028" cy="4575885"/>
          </a:xfrm>
        </p:grpSpPr>
        <p:grpSp>
          <p:nvGrpSpPr>
            <p:cNvPr id="616" name="Group 615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8" name="Group 76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84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9" name="Group 76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77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7" name="Group 616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8" name="Group 61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69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9" name="Group 61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21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745838" y="1884311"/>
            <a:ext cx="5669280" cy="4041648"/>
          </a:xfrm>
          <a:solidFill>
            <a:schemeClr val="bg1"/>
          </a:solidFill>
        </p:spPr>
        <p:txBody>
          <a:bodyPr tIns="9144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grpSp>
        <p:nvGrpSpPr>
          <p:cNvPr id="614" name="frame" descr="Box graphic"/>
          <p:cNvGrpSpPr/>
          <p:nvPr/>
        </p:nvGrpSpPr>
        <p:grpSpPr bwMode="invGray">
          <a:xfrm flipH="1">
            <a:off x="1447500" y="1630821"/>
            <a:ext cx="6291028" cy="4575885"/>
            <a:chOff x="4417839" y="1630821"/>
            <a:chExt cx="6291028" cy="4575885"/>
          </a:xfrm>
        </p:grpSpPr>
        <p:grpSp>
          <p:nvGrpSpPr>
            <p:cNvPr id="615" name="Group 614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7" name="Group 76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3" name="Freeform 84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8" name="Group 76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69" name="Freeform 76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6" name="Group 615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7" name="Group 61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3" name="Freeform 69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8" name="Group 61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19" name="Freeform 61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622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623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624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625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626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627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628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629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630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631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632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633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634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635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636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637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638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639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640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641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642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643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644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645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646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647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648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649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650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651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652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653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654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655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656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657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658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659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660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661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662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663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664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665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666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67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68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69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70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71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72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73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4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75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76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677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678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679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680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681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682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683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684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685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686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687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688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689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690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691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5959" y="3411748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7694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8" name="Freeform 7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1956816">
              <a:defRPr/>
            </a:lvl6pPr>
            <a:lvl7pPr marL="1956816">
              <a:defRPr/>
            </a:lvl7pPr>
            <a:lvl8pPr marL="1956816">
              <a:defRPr/>
            </a:lvl8pPr>
            <a:lvl9pPr marL="1956816"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679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61612" y="274639"/>
            <a:ext cx="1371600" cy="59017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 rot="5400000">
            <a:off x="6864412" y="3472598"/>
            <a:ext cx="6492240" cy="64008"/>
            <a:chOff x="1522413" y="1514475"/>
            <a:chExt cx="10569575" cy="64008"/>
          </a:xfrm>
        </p:grpSpPr>
        <p:sp>
          <p:nvSpPr>
            <p:cNvPr id="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608012" y="277813"/>
            <a:ext cx="9144001" cy="5898573"/>
          </a:xfrm>
        </p:spPr>
        <p:txBody>
          <a:bodyPr vert="eaVert"/>
          <a:lstStyle>
            <a:lvl5pPr>
              <a:defRPr/>
            </a:lvl5pPr>
            <a:lvl6pPr marL="1261872" indent="0">
              <a:buNone/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8/19/2026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179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4" y="19050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413" y="6400801"/>
            <a:ext cx="632459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2" y="6400801"/>
            <a:ext cx="124385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8FB1-0A7A-443E-AAF7-31D4FA1AA312}" type="datetimeFigureOut">
              <a:rPr lang="en-US" smtClean="0"/>
              <a:pPr/>
              <a:t>8/19/2026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23412" y="6400801"/>
            <a:ext cx="1143002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A54BD-C84D-46CE-8B72-31BFB26ABA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364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72" indent="-27432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04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33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618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47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7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8800" dirty="0">
                <a:latin typeface="Angsana New" panose="02020603050405020304" pitchFamily="18" charset="-34"/>
                <a:cs typeface="Angsana New" panose="02020603050405020304" pitchFamily="18" charset="-34"/>
              </a:rPr>
              <a:t>Adham Ashraf Saeed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4" y="4800600"/>
            <a:ext cx="9143999" cy="1066800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</a:pPr>
            <a:r>
              <a:rPr lang="en-US" sz="4000" dirty="0">
                <a:solidFill>
                  <a:schemeClr val="tx1"/>
                </a:solidFill>
                <a:latin typeface="Angsana New" panose="02020603050405020304" pitchFamily="18" charset="-34"/>
                <a:ea typeface="+mj-ea"/>
                <a:cs typeface="Angsana New" panose="02020603050405020304" pitchFamily="18" charset="-34"/>
              </a:rPr>
              <a:t>Assignment </a:t>
            </a:r>
            <a:r>
              <a:rPr lang="ar-EG" sz="4000" dirty="0">
                <a:solidFill>
                  <a:schemeClr val="tx1"/>
                </a:solidFill>
                <a:latin typeface="Angsana New" panose="02020603050405020304" pitchFamily="18" charset="-34"/>
                <a:ea typeface="+mj-ea"/>
                <a:cs typeface="Angsana New" panose="02020603050405020304" pitchFamily="18" charset="-34"/>
              </a:rPr>
              <a:t>4</a:t>
            </a:r>
            <a:r>
              <a:rPr lang="en-US" sz="4000" dirty="0">
                <a:solidFill>
                  <a:schemeClr val="tx1"/>
                </a:solidFill>
                <a:latin typeface="Angsana New" panose="02020603050405020304" pitchFamily="18" charset="-34"/>
                <a:ea typeface="+mj-ea"/>
                <a:cs typeface="Angsana New" panose="02020603050405020304" pitchFamily="18" charset="-34"/>
              </a:rPr>
              <a:t> (Final Project)</a:t>
            </a:r>
          </a:p>
        </p:txBody>
      </p:sp>
    </p:spTree>
    <p:extLst>
      <p:ext uri="{BB962C8B-B14F-4D97-AF65-F5344CB8AC3E}">
        <p14:creationId xmlns:p14="http://schemas.microsoft.com/office/powerpoint/2010/main" val="192011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pPr algn="ctr"/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Project Objectives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217612" y="1905000"/>
            <a:ext cx="9677400" cy="4724400"/>
          </a:xfrm>
        </p:spPr>
        <p:txBody>
          <a:bodyPr>
            <a:normAutofit/>
          </a:bodyPr>
          <a:lstStyle/>
          <a:p>
            <a:r>
              <a:rPr lang="pt-BR" sz="4800" dirty="0">
                <a:latin typeface="Angsana New" panose="02020603050405020304" pitchFamily="18" charset="-34"/>
                <a:cs typeface="Angsana New" panose="02020603050405020304" pitchFamily="18" charset="-34"/>
              </a:rPr>
              <a:t>Clean and prepare raw data </a:t>
            </a:r>
          </a:p>
          <a:p>
            <a:r>
              <a:rPr lang="pt-BR" sz="4800" dirty="0">
                <a:latin typeface="Angsana New" panose="02020603050405020304" pitchFamily="18" charset="-34"/>
                <a:cs typeface="Angsana New" panose="02020603050405020304" pitchFamily="18" charset="-34"/>
              </a:rPr>
              <a:t>Use Excel formulas effectively </a:t>
            </a:r>
          </a:p>
          <a:p>
            <a:r>
              <a:rPr lang="pt-BR" sz="4800" dirty="0">
                <a:latin typeface="Angsana New" panose="02020603050405020304" pitchFamily="18" charset="-34"/>
                <a:cs typeface="Angsana New" panose="02020603050405020304" pitchFamily="18" charset="-34"/>
              </a:rPr>
              <a:t>Perform exploratory data analysis </a:t>
            </a:r>
          </a:p>
          <a:p>
            <a:r>
              <a:rPr lang="pt-BR" sz="4800" dirty="0">
                <a:latin typeface="Angsana New" panose="02020603050405020304" pitchFamily="18" charset="-34"/>
                <a:cs typeface="Angsana New" panose="02020603050405020304" pitchFamily="18" charset="-34"/>
              </a:rPr>
              <a:t>Build Pivot Tables &amp; dashboards </a:t>
            </a:r>
          </a:p>
          <a:p>
            <a:r>
              <a:rPr lang="pt-BR" sz="4800" dirty="0">
                <a:latin typeface="Angsana New" panose="02020603050405020304" pitchFamily="18" charset="-34"/>
                <a:cs typeface="Angsana New" panose="02020603050405020304" pitchFamily="18" charset="-34"/>
              </a:rPr>
              <a:t>Generate business insights </a:t>
            </a:r>
            <a:endParaRPr lang="en-US" sz="48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128536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1F66B-3294-7D17-7E9E-D2A8286A8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4FFDE03-1E80-BB58-3992-A74951F9F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</a:t>
            </a:r>
            <a:r>
              <a:rPr lang="ar-EG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1</a:t>
            </a:r>
            <a:endParaRPr lang="en-US" sz="54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44615BC4-2D5D-4EF7-FBE9-4E20C21BB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5410200" cy="426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1: Data Cleaning &amp; Preparation</a:t>
            </a:r>
            <a:endParaRPr lang="ar-EG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Start with data Importing and Date Exploration and understanding</a:t>
            </a:r>
            <a:r>
              <a:rPr lang="ar-EG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 </a:t>
            </a:r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each column and its values </a:t>
            </a:r>
            <a:r>
              <a:rPr lang="en-US" sz="2500" dirty="0" err="1">
                <a:latin typeface="Angsana New" panose="02020603050405020304" pitchFamily="18" charset="-34"/>
                <a:cs typeface="Angsana New" panose="02020603050405020304" pitchFamily="18" charset="-34"/>
              </a:rPr>
              <a:t>meaan</a:t>
            </a:r>
            <a:endParaRPr lang="en-US" sz="25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 Remove duplicates (if any) In Primary Key(</a:t>
            </a:r>
            <a:r>
              <a:rPr lang="en-US" sz="2500" dirty="0" err="1">
                <a:latin typeface="Angsana New" panose="02020603050405020304" pitchFamily="18" charset="-34"/>
                <a:cs typeface="Angsana New" panose="02020603050405020304" pitchFamily="18" charset="-34"/>
              </a:rPr>
              <a:t>Booking_ID</a:t>
            </a:r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)</a:t>
            </a:r>
          </a:p>
          <a:p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Handle missing values</a:t>
            </a:r>
          </a:p>
          <a:p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Standardize text fields</a:t>
            </a:r>
          </a:p>
          <a:p>
            <a:r>
              <a:rPr lang="en-US" sz="2500" dirty="0">
                <a:latin typeface="Angsana New" panose="02020603050405020304" pitchFamily="18" charset="-34"/>
                <a:cs typeface="Angsana New" panose="02020603050405020304" pitchFamily="18" charset="-34"/>
              </a:rPr>
              <a:t>Identify Arrival Date Issue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10D638-1AFC-2158-2F9A-D5FF9EB0E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848" y="1631998"/>
            <a:ext cx="2738965" cy="21180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F28202-B7CA-EBB4-58C0-F313091D9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0012" y="1572195"/>
            <a:ext cx="2610642" cy="111884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28BCE8-4949-F42A-8976-273A564B4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0012" y="2886155"/>
            <a:ext cx="2610642" cy="13797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EB8F4A-00C9-4C94-8A7F-A20E9859C4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412" y="4498616"/>
            <a:ext cx="3356591" cy="848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9B3F1C-8F64-67C9-DA63-0429667323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8616" y="4495800"/>
            <a:ext cx="3284597" cy="854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D18842-4939-A2D2-22C7-4BE2AF80DE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608" y="5629272"/>
            <a:ext cx="3409561" cy="11030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50850-61A4-3145-DAC6-2BDFBB4125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12" y="6372274"/>
            <a:ext cx="5867400" cy="2442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92B14D-5D20-82E7-3E4C-B8DB0EB2C4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3412" y="5837888"/>
            <a:ext cx="1828958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7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399E8-1AB5-6441-9FA1-8AB775B3B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5E99FDC-0D37-E106-A5F5-8107547E3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2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A434545-6B0F-D19B-2BF3-48870A2A1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5867400" cy="426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2: Creating useful (Calculated Columns)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Total Stay Nights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Guest Type ("Single", "Couple", "Family")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Arrival date (Month/ Day/ Year)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Payment Risk("High Risk", "Low Risk") Based on Deposit Status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Total Guests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7E03A6-DBD4-8D98-8F9C-1EEC9A873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12" y="2564158"/>
            <a:ext cx="3810330" cy="3048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97CB1-3B13-96F3-BF85-67840EA5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612" y="2209800"/>
            <a:ext cx="1588908" cy="32387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0393CD-7503-BA82-CADB-964C31A39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012" y="3429000"/>
            <a:ext cx="4953429" cy="2095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86FD4C-1C4F-6856-6F26-3747091714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7012" y="3093694"/>
            <a:ext cx="1093565" cy="32387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BC9917A-7F7E-70D3-BFA7-78A805F3A0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0094" y="4126396"/>
            <a:ext cx="5867400" cy="24423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CBBB7C1-F1AA-7F3D-5820-F35CAE0752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2212" y="3748627"/>
            <a:ext cx="1828958" cy="3429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43908A9-CE3A-C992-A428-E029B4B4E26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2227" y="4706047"/>
            <a:ext cx="1303133" cy="30482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82D7D2A-B8DA-77B8-2FA7-C75FFD60AC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1758" y="5033841"/>
            <a:ext cx="4179932" cy="31244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683D14A-1F3C-F58E-9427-76CC551581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6575" y="6172180"/>
            <a:ext cx="2324301" cy="22862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EE3C1C0-D663-6D09-8D31-3FA643107F8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3287"/>
          <a:stretch>
            <a:fillRect/>
          </a:stretch>
        </p:blipFill>
        <p:spPr>
          <a:xfrm>
            <a:off x="7810880" y="5836764"/>
            <a:ext cx="1131668" cy="29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18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3702E-E0C1-E93D-E67F-9BA0CA50C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4300F42-E109-7100-9531-2C82B623F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2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30A0CED7-ED97-9418-2D58-F4CD21790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5410200" cy="426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2: Creating useful (Calculated Columns)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Revenue per Booking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Booking Status ( Cancelled/ Not Cancelled)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Lead Time Category (Long: Higher than 90 days , Medium, Short: less than 30)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Feel Free to create more calculated columns to enhance your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BBACD9-8A6B-75CC-39B7-8EC6138A0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984" y="2549950"/>
            <a:ext cx="3238781" cy="2933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35751C-6BB9-DF5D-E0EC-188F8D101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610" y="2207020"/>
            <a:ext cx="1817528" cy="3429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230D5D-7E24-724F-CF07-23CD92074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79" y="3271681"/>
            <a:ext cx="3684589" cy="2857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B520F7-434B-C410-0B6B-9ABBE99662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7012" y="2928751"/>
            <a:ext cx="1352667" cy="34293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4E0706-DB11-7FF3-9E73-308ED6FB6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6668" y="4174729"/>
            <a:ext cx="4846740" cy="26672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03F29B9-37FD-0A74-DC59-5F2110B293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4610" y="3869903"/>
            <a:ext cx="1790855" cy="30482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93A7588-6639-8656-2DCD-0D9349F6C5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89557" y="5058725"/>
            <a:ext cx="6649026" cy="2552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0CD1B83-4420-F151-BE7E-1A321CF8F3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3212" y="4746278"/>
            <a:ext cx="1627011" cy="31244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8A1D725-FB58-E7A6-7361-EC8B8E9D93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01603" y="6015747"/>
            <a:ext cx="7011008" cy="26672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BCE3216-AA73-8E5D-0801-B696ED3D57D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6229"/>
          <a:stretch>
            <a:fillRect/>
          </a:stretch>
        </p:blipFill>
        <p:spPr>
          <a:xfrm>
            <a:off x="8090883" y="5703674"/>
            <a:ext cx="998307" cy="29365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8501B94-822E-B50F-6AAF-4CA61D4AF20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98812" y="5311983"/>
            <a:ext cx="769687" cy="30482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88DC0DC-EA0B-B3A5-3665-CD0C32F64425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005"/>
          <a:stretch>
            <a:fillRect/>
          </a:stretch>
        </p:blipFill>
        <p:spPr>
          <a:xfrm>
            <a:off x="3255354" y="5616809"/>
            <a:ext cx="656602" cy="1089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606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3B2EE-0851-3A7F-50D8-BBA193DC1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5B27C23-951F-8455-B1E8-BEBC6F21D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3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819C77EA-FF1A-51F6-16A0-D0F84D71A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6400800" cy="472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3: PivotTables &amp; Insights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Ask Strong business Questions and answer it by Pivot Tables</a:t>
            </a:r>
          </a:p>
          <a:p>
            <a:endParaRPr 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AB64F8-5DC7-F784-04AF-B2E61DC7CC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8"/>
          <a:stretch>
            <a:fillRect/>
          </a:stretch>
        </p:blipFill>
        <p:spPr>
          <a:xfrm>
            <a:off x="5237629" y="1671680"/>
            <a:ext cx="2667000" cy="8838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73933E-2C29-C66B-8C81-48FDD5497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048000"/>
            <a:ext cx="10783234" cy="9716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3EC8C0-9A85-F8B1-E6B8-DB50651A6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12" y="4191000"/>
            <a:ext cx="11582400" cy="88581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1F1940-4860-B5F5-10B4-25887ABAA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6866" y="5357765"/>
            <a:ext cx="8382726" cy="990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93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6DD2-0CDD-FDC6-AC27-C4979E628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D705934-F44A-2A25-9DB1-0288C780F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4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A9F438B-708E-F61A-4913-1D76EE84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6400800" cy="4724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4: Data Visualization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Create charts to Visualize each</a:t>
            </a:r>
          </a:p>
          <a:p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Dashboard Creation: Build an interactive dashboard including:</a:t>
            </a:r>
          </a:p>
          <a:p>
            <a:pPr marL="0" indent="0">
              <a:buNone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KPIs: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Total Bookings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Total Revenue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Cancellation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752F57-87EC-C675-5058-3C9352ED6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12" y="4343400"/>
            <a:ext cx="8034918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79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60EC-69B2-61B4-FE33-B63A05AC8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3A05F45-82D2-B879-8CC2-3414D1EC7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457200"/>
            <a:ext cx="9143998" cy="1020762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Task 4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BDAD7AB-C680-B194-CCF8-4C90D4FB0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905000"/>
            <a:ext cx="6400800" cy="4724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Phase 4: Data Visualization</a:t>
            </a:r>
          </a:p>
          <a:p>
            <a:r>
              <a:rPr lang="en-US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Create charts to Visualize each</a:t>
            </a:r>
          </a:p>
          <a:p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Dashboard Creation: Build an interactive dashboard including:</a:t>
            </a:r>
          </a:p>
          <a:p>
            <a:pPr marL="0" indent="0">
              <a:buNone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Filters (Slicers):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Hotel Type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Year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Customer Type</a:t>
            </a:r>
          </a:p>
          <a:p>
            <a:r>
              <a:rPr lang="en-US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Charts &amp; PivotTables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911D71-F502-9CE2-06B4-3C2C98216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37" r="84384"/>
          <a:stretch>
            <a:fillRect/>
          </a:stretch>
        </p:blipFill>
        <p:spPr>
          <a:xfrm>
            <a:off x="7694612" y="1683396"/>
            <a:ext cx="3124200" cy="494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6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7AA05-4A66-67EF-2419-DF86C4C7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52FFBE5-135F-BF96-E653-F761F2380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3998" cy="6096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>
                <a:latin typeface="Angsana New" panose="02020603050405020304" pitchFamily="18" charset="-34"/>
                <a:cs typeface="Angsana New" panose="02020603050405020304" pitchFamily="18" charset="-34"/>
              </a:rPr>
              <a:t>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071A56-9337-ED5B-1C45-25383EDE77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55" y="1066800"/>
            <a:ext cx="11849514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50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alkboard 16x9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>
                <a:tint val="65000"/>
              </a:schemeClr>
            </a:duotone>
          </a:blip>
          <a:stretch/>
        </a:blipFill>
      </a:bgFillStyleLst>
    </a:fmtScheme>
  </a:themeElements>
  <a:objectDefaults>
    <a:spDef>
      <a:spPr>
        <a:ln>
          <a:miter lim="800000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lnSpc>
            <a:spcPct val="90000"/>
          </a:lnSpc>
          <a:defRPr sz="24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0001018.potx" id="{D19C2884-2C55-4C1A-A5C2-5D03FF1F35A4}" vid="{5F7A9C6A-558C-4654-B762-2F22BC904FAE}"/>
    </a:ext>
  </a:extLst>
</a:theme>
</file>

<file path=ppt/theme/theme2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A237DEB9D22E4DB1BA747308CD6572" ma:contentTypeVersion="4" ma:contentTypeDescription="Create a new document." ma:contentTypeScope="" ma:versionID="af6932d0ce23f7cd5ec313e1567d0dc2">
  <xsd:schema xmlns:xsd="http://www.w3.org/2001/XMLSchema" xmlns:xs="http://www.w3.org/2001/XMLSchema" xmlns:p="http://schemas.microsoft.com/office/2006/metadata/properties" xmlns:ns3="8532d950-1ec5-40ae-824c-e0f80976e899" targetNamespace="http://schemas.microsoft.com/office/2006/metadata/properties" ma:root="true" ma:fieldsID="b1369fe30ab7a65f8b736468c8a5103b" ns3:_="">
    <xsd:import namespace="8532d950-1ec5-40ae-824c-e0f80976e89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32d950-1ec5-40ae-824c-e0f80976e89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EFF4C13-3B74-416A-93DB-207A0877F78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BBEA58C-79F5-4C64-99C4-1A283223A9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32d950-1ec5-40ae-824c-e0f80976e89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1FAF9EB-C1C8-4C5D-8C89-1B6D78416FE2}">
  <ds:schemaRefs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  <ds:schemaRef ds:uri="http://schemas.microsoft.com/office/infopath/2007/PartnerControls"/>
    <ds:schemaRef ds:uri="8532d950-1ec5-40ae-824c-e0f80976e899"/>
    <ds:schemaRef ds:uri="http://purl.org/dc/dcmitype/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Chalkboard education presentation (widescreen)</Template>
  <TotalTime>857</TotalTime>
  <Words>264</Words>
  <Application>Microsoft Office PowerPoint</Application>
  <PresentationFormat>Custom</PresentationFormat>
  <Paragraphs>49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Angsana New</vt:lpstr>
      <vt:lpstr>Arial</vt:lpstr>
      <vt:lpstr>Consolas</vt:lpstr>
      <vt:lpstr>Corbel</vt:lpstr>
      <vt:lpstr>Chalkboard 16x9</vt:lpstr>
      <vt:lpstr>Adham Ashraf Saeed</vt:lpstr>
      <vt:lpstr>Project Objectives</vt:lpstr>
      <vt:lpstr>Task 1</vt:lpstr>
      <vt:lpstr>Task 2</vt:lpstr>
      <vt:lpstr>Task 2</vt:lpstr>
      <vt:lpstr>Task 3</vt:lpstr>
      <vt:lpstr>Task 4</vt:lpstr>
      <vt:lpstr>Task 4</vt:lpstr>
      <vt:lpstr>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Adham Ashraf Saeed</dc:creator>
  <cp:lastModifiedBy>Adham Ashraf Saeed</cp:lastModifiedBy>
  <cp:revision>8</cp:revision>
  <dcterms:created xsi:type="dcterms:W3CDTF">2026-06-07T22:28:29Z</dcterms:created>
  <dcterms:modified xsi:type="dcterms:W3CDTF">2026-08-19T17:41:35Z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0x010100D2A237DEB9D22E4DB1BA747308CD6572</vt:lpwstr>
  </property>
</Properties>
</file>