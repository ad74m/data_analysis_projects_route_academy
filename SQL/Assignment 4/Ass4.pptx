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7" r:id="rId6"/>
    <p:sldId id="277" r:id="rId7"/>
    <p:sldId id="278" r:id="rId8"/>
    <p:sldId id="279" r:id="rId9"/>
    <p:sldId id="280" r:id="rId10"/>
    <p:sldId id="281" r:id="rId11"/>
    <p:sldId id="282" r:id="rId12"/>
    <p:sldId id="283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F10583-7F18-471A-828E-CA9C73EB9A78}" v="26" dt="2026-08-08T02:59:06.793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 varScale="1">
        <p:scale>
          <a:sx n="95" d="100"/>
          <a:sy n="95" d="100"/>
        </p:scale>
        <p:origin x="168" y="29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ham Ashraf Saeed" userId="9ca2e9fe-0682-4be5-9e24-36794649f864" providerId="ADAL" clId="{E843A400-75D8-44D4-BF15-F25D2DC679DD}"/>
    <pc:docChg chg="addSld modSld">
      <pc:chgData name="Adham Ashraf Saeed" userId="9ca2e9fe-0682-4be5-9e24-36794649f864" providerId="ADAL" clId="{E843A400-75D8-44D4-BF15-F25D2DC679DD}" dt="2026-08-08T02:59:06.793" v="24"/>
      <pc:docMkLst>
        <pc:docMk/>
      </pc:docMkLst>
      <pc:sldChg chg="modSp">
        <pc:chgData name="Adham Ashraf Saeed" userId="9ca2e9fe-0682-4be5-9e24-36794649f864" providerId="ADAL" clId="{E843A400-75D8-44D4-BF15-F25D2DC679DD}" dt="2026-08-08T02:46:13.505" v="1"/>
        <pc:sldMkLst>
          <pc:docMk/>
          <pc:sldMk cId="2431683410" sldId="277"/>
        </pc:sldMkLst>
        <pc:spChg chg="mod">
          <ac:chgData name="Adham Ashraf Saeed" userId="9ca2e9fe-0682-4be5-9e24-36794649f864" providerId="ADAL" clId="{E843A400-75D8-44D4-BF15-F25D2DC679DD}" dt="2026-08-08T02:46:13.505" v="1"/>
          <ac:spMkLst>
            <pc:docMk/>
            <pc:sldMk cId="2431683410" sldId="277"/>
            <ac:spMk id="14" creationId="{BB83006D-6090-2EA4-8C5D-54CA0E6CDC88}"/>
          </ac:spMkLst>
        </pc:spChg>
      </pc:sldChg>
      <pc:sldChg chg="modSp add">
        <pc:chgData name="Adham Ashraf Saeed" userId="9ca2e9fe-0682-4be5-9e24-36794649f864" providerId="ADAL" clId="{E843A400-75D8-44D4-BF15-F25D2DC679DD}" dt="2026-08-08T02:51:29.597" v="10"/>
        <pc:sldMkLst>
          <pc:docMk/>
          <pc:sldMk cId="2867112713" sldId="278"/>
        </pc:sldMkLst>
        <pc:spChg chg="mod">
          <ac:chgData name="Adham Ashraf Saeed" userId="9ca2e9fe-0682-4be5-9e24-36794649f864" providerId="ADAL" clId="{E843A400-75D8-44D4-BF15-F25D2DC679DD}" dt="2026-08-08T02:51:29.597" v="10"/>
          <ac:spMkLst>
            <pc:docMk/>
            <pc:sldMk cId="2867112713" sldId="278"/>
            <ac:spMk id="14" creationId="{F661F3F1-8AE8-7FA4-1C6E-62256B392CAC}"/>
          </ac:spMkLst>
        </pc:spChg>
      </pc:sldChg>
      <pc:sldChg chg="modSp add">
        <pc:chgData name="Adham Ashraf Saeed" userId="9ca2e9fe-0682-4be5-9e24-36794649f864" providerId="ADAL" clId="{E843A400-75D8-44D4-BF15-F25D2DC679DD}" dt="2026-08-08T02:51:48.812" v="12"/>
        <pc:sldMkLst>
          <pc:docMk/>
          <pc:sldMk cId="1440542134" sldId="279"/>
        </pc:sldMkLst>
        <pc:spChg chg="mod">
          <ac:chgData name="Adham Ashraf Saeed" userId="9ca2e9fe-0682-4be5-9e24-36794649f864" providerId="ADAL" clId="{E843A400-75D8-44D4-BF15-F25D2DC679DD}" dt="2026-08-08T02:51:48.812" v="12"/>
          <ac:spMkLst>
            <pc:docMk/>
            <pc:sldMk cId="1440542134" sldId="279"/>
            <ac:spMk id="14" creationId="{66761949-6C95-6FC7-5FAE-DE2A84C7C298}"/>
          </ac:spMkLst>
        </pc:spChg>
      </pc:sldChg>
      <pc:sldChg chg="modSp add">
        <pc:chgData name="Adham Ashraf Saeed" userId="9ca2e9fe-0682-4be5-9e24-36794649f864" providerId="ADAL" clId="{E843A400-75D8-44D4-BF15-F25D2DC679DD}" dt="2026-08-08T02:55:04.770" v="14"/>
        <pc:sldMkLst>
          <pc:docMk/>
          <pc:sldMk cId="2560424519" sldId="280"/>
        </pc:sldMkLst>
        <pc:spChg chg="mod">
          <ac:chgData name="Adham Ashraf Saeed" userId="9ca2e9fe-0682-4be5-9e24-36794649f864" providerId="ADAL" clId="{E843A400-75D8-44D4-BF15-F25D2DC679DD}" dt="2026-08-08T02:55:04.770" v="14"/>
          <ac:spMkLst>
            <pc:docMk/>
            <pc:sldMk cId="2560424519" sldId="280"/>
            <ac:spMk id="14" creationId="{9795CE94-1479-4991-5753-AD79E52B2981}"/>
          </ac:spMkLst>
        </pc:spChg>
      </pc:sldChg>
      <pc:sldChg chg="modSp add">
        <pc:chgData name="Adham Ashraf Saeed" userId="9ca2e9fe-0682-4be5-9e24-36794649f864" providerId="ADAL" clId="{E843A400-75D8-44D4-BF15-F25D2DC679DD}" dt="2026-08-08T02:57:38.150" v="19"/>
        <pc:sldMkLst>
          <pc:docMk/>
          <pc:sldMk cId="71812300" sldId="281"/>
        </pc:sldMkLst>
        <pc:spChg chg="mod">
          <ac:chgData name="Adham Ashraf Saeed" userId="9ca2e9fe-0682-4be5-9e24-36794649f864" providerId="ADAL" clId="{E843A400-75D8-44D4-BF15-F25D2DC679DD}" dt="2026-08-08T02:57:38.150" v="19"/>
          <ac:spMkLst>
            <pc:docMk/>
            <pc:sldMk cId="71812300" sldId="281"/>
            <ac:spMk id="14" creationId="{125F479F-7481-B834-748E-A7995ADB168B}"/>
          </ac:spMkLst>
        </pc:spChg>
      </pc:sldChg>
      <pc:sldChg chg="modSp add">
        <pc:chgData name="Adham Ashraf Saeed" userId="9ca2e9fe-0682-4be5-9e24-36794649f864" providerId="ADAL" clId="{E843A400-75D8-44D4-BF15-F25D2DC679DD}" dt="2026-08-08T02:58:25.347" v="22"/>
        <pc:sldMkLst>
          <pc:docMk/>
          <pc:sldMk cId="2675833069" sldId="282"/>
        </pc:sldMkLst>
        <pc:spChg chg="mod">
          <ac:chgData name="Adham Ashraf Saeed" userId="9ca2e9fe-0682-4be5-9e24-36794649f864" providerId="ADAL" clId="{E843A400-75D8-44D4-BF15-F25D2DC679DD}" dt="2026-08-08T02:58:25.347" v="22"/>
          <ac:spMkLst>
            <pc:docMk/>
            <pc:sldMk cId="2675833069" sldId="282"/>
            <ac:spMk id="14" creationId="{CAA02905-77D8-8B04-49C4-CB70101ED331}"/>
          </ac:spMkLst>
        </pc:spChg>
      </pc:sldChg>
      <pc:sldChg chg="add">
        <pc:chgData name="Adham Ashraf Saeed" userId="9ca2e9fe-0682-4be5-9e24-36794649f864" providerId="ADAL" clId="{E843A400-75D8-44D4-BF15-F25D2DC679DD}" dt="2026-08-08T02:57:27.936" v="16"/>
        <pc:sldMkLst>
          <pc:docMk/>
          <pc:sldMk cId="3235762468" sldId="282"/>
        </pc:sldMkLst>
      </pc:sldChg>
      <pc:sldChg chg="add">
        <pc:chgData name="Adham Ashraf Saeed" userId="9ca2e9fe-0682-4be5-9e24-36794649f864" providerId="ADAL" clId="{E843A400-75D8-44D4-BF15-F25D2DC679DD}" dt="2026-08-08T02:57:28.396" v="17"/>
        <pc:sldMkLst>
          <pc:docMk/>
          <pc:sldMk cId="1514181833" sldId="283"/>
        </pc:sldMkLst>
      </pc:sldChg>
      <pc:sldChg chg="modSp add">
        <pc:chgData name="Adham Ashraf Saeed" userId="9ca2e9fe-0682-4be5-9e24-36794649f864" providerId="ADAL" clId="{E843A400-75D8-44D4-BF15-F25D2DC679DD}" dt="2026-08-08T02:59:06.793" v="24"/>
        <pc:sldMkLst>
          <pc:docMk/>
          <pc:sldMk cId="3024644511" sldId="283"/>
        </pc:sldMkLst>
        <pc:spChg chg="mod">
          <ac:chgData name="Adham Ashraf Saeed" userId="9ca2e9fe-0682-4be5-9e24-36794649f864" providerId="ADAL" clId="{E843A400-75D8-44D4-BF15-F25D2DC679DD}" dt="2026-08-08T02:59:06.793" v="24"/>
          <ac:spMkLst>
            <pc:docMk/>
            <pc:sldMk cId="3024644511" sldId="283"/>
            <ac:spMk id="14" creationId="{C6B58C64-2A01-4122-E9B9-837527A0E9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8/8/2026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8/8/2026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8/8/2026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8/8/2026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8/8/2026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8/8/2026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Qj0K4TS1qI1McHr0bTkp08ZLtG0hirst/view" TargetMode="External"/><Relationship Id="rId2" Type="http://schemas.openxmlformats.org/officeDocument/2006/relationships/hyperlink" Target="https://drive.google.com/file/d/1JBfcnBngf4l01p78NRTQyPZfNOfmy11I/view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drive.google.com/file/d/1kmlj9NmiOkiGbOqG0ACtDPXiGxqGDNnv/view" TargetMode="External"/><Relationship Id="rId4" Type="http://schemas.openxmlformats.org/officeDocument/2006/relationships/hyperlink" Target="https://drive.google.com/file/d/12taKcv0rVKO3F_oZ6avg7bwOa_UemnC7/view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4 (SQL)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Load the provided dataset into your database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406DEBF6-8849-10FD-5791-FBAEB309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81200"/>
            <a:ext cx="7391400" cy="4648200"/>
          </a:xfrm>
        </p:spPr>
        <p:txBody>
          <a:bodyPr>
            <a:normAutofit fontScale="85000" lnSpcReduction="20000"/>
          </a:bodyPr>
          <a:lstStyle/>
          <a:p>
            <a:endParaRPr lang="en-US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</a:rPr>
              <a:t>Open the provided links and download the dataset files</a:t>
            </a:r>
          </a:p>
          <a:p>
            <a:pPr marL="0" indent="0" algn="ctr">
              <a:buNone/>
            </a:pPr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  <a:hlinkClick r:id="rId2"/>
              </a:rPr>
              <a:t>Items</a:t>
            </a:r>
            <a:endParaRPr lang="ar-EG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ctr">
              <a:buNone/>
            </a:pPr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  <a:hlinkClick r:id="rId3"/>
              </a:rPr>
              <a:t>Company</a:t>
            </a:r>
            <a:endParaRPr lang="ar-EG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ctr">
              <a:buNone/>
            </a:pPr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  <a:hlinkClick r:id="rId4"/>
              </a:rPr>
              <a:t>Employees</a:t>
            </a:r>
            <a:endParaRPr lang="ar-EG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ctr">
              <a:buNone/>
            </a:pPr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  <a:hlinkClick r:id="rId5"/>
              </a:rPr>
              <a:t>Departments</a:t>
            </a:r>
            <a:endParaRPr lang="ar-EG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ctr">
              <a:buNone/>
            </a:pPr>
            <a:endParaRPr lang="en-US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32AA9C-2466-8BA0-0179-4BB8D68D0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6311" y="1905000"/>
            <a:ext cx="7097201" cy="157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4F43-B399-044B-8B09-A4601FF2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9D361C-87BB-A370-B889-CA7E5638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B83006D-6090-2EA4-8C5D-54CA0E6C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From the following tables, write a SQL query to calculate the average price of each company’s products along with the company name. Return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company_name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and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average_price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SQL query to find all companies where the average item price is greater than the overall average price of all products. Return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company_name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and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average_price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9BAA2-8523-E248-E2C3-31419138E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212" y="1752600"/>
            <a:ext cx="5330094" cy="20290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54E450-007F-453E-F586-1046CB9CA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193" y="4047764"/>
            <a:ext cx="5265113" cy="250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BA668-DFEE-A941-FFD0-4E49A0AB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E719099-7897-75B1-2173-BFA1008F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661F3F1-8AE8-7FA4-1C6E-62256B39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From the following tables, write a SQL query to find all items whose price is greater than the average price of all items. Return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item_id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item_name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price, and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company_id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  <a:p>
            <a:pPr marL="514350" indent="-514350">
              <a:buFont typeface="+mj-lt"/>
              <a:buAutoNum type="arabicPeriod" startAt="3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From the following tables, write a SQL query to find all employees who work in departments whose department budget is greater than the average department budget. Return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emp_id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emp_fname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emp_lname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and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dept_code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CF28A2-AC0B-0B1E-B55D-18507AE9A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970" y="1749203"/>
            <a:ext cx="4764146" cy="2241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2C141C-1C8E-A4DA-379E-90F953057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477" y="4221079"/>
            <a:ext cx="4764146" cy="225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1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32344-8D63-4D79-3A45-59E39693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629D8D0-5932-97A7-5F78-DF759BE9A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6761949-6C95-6FC7-5FAE-DE2A84C7C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SQL query to find departments which have more employees than the average number of employees per department. Return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dept_code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and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dept_name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  <a:p>
            <a:pPr marL="514350" indent="-514350">
              <a:buFont typeface="+mj-lt"/>
              <a:buAutoNum type="arabicPeriod" startAt="5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From the following tables, write a SQL query to find all items whose price is less than the average price of items for the same company. Return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item_id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item_name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price, and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company_id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96A594-9BD8-4A49-A89B-C154482E7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12" y="1752600"/>
            <a:ext cx="5637213" cy="18551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C9CC0D-1856-D2A2-4FF3-C112904E9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812" y="4267200"/>
            <a:ext cx="5589918" cy="168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4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ADD0D-B8D9-2F60-7365-0BCF99D5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46A2C76-7679-0772-A8D4-2C9C27589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795CE94-1479-4991-5753-AD79E52B2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SQL query to find departments that have only one employee assigned to them. Return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dept_code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dept_name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and the count of employees.</a:t>
            </a:r>
          </a:p>
          <a:p>
            <a:pPr marL="514350" indent="-514350">
              <a:buFont typeface="+mj-lt"/>
              <a:buAutoNum type="arabicPeriod" startAt="7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From the following tables, write a SQL query to find companies whose average item price is equal to the minimum average price among all companies. Return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company_name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and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average_price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  <a:p>
            <a:pPr marL="514350" indent="-514350">
              <a:buFont typeface="+mj-lt"/>
              <a:buAutoNum type="arabicPeriod" startAt="7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7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SQL query to find employees whose department budget is less than the average department budget. Return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emp_id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emp_fname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emp_lname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and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dept_code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D34242-126E-0759-D31B-768CE8B2D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212" y="1697019"/>
            <a:ext cx="3380691" cy="15739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3A2BBD-BDE9-C335-630E-38C43218C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212" y="3352800"/>
            <a:ext cx="4432752" cy="1613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CFE103-4971-B4E7-E631-F94D82B26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412" y="5074768"/>
            <a:ext cx="3691751" cy="168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2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3991-A781-B0FC-7EF6-F1DA9906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64813F5-E8AE-E7A1-DDC3-8AE0F9BB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5F479F-7481-B834-748E-A7995ADB1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CTE that calculates the average item price, then display all items whose price is greater than the average.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CTE that calculates the total number of items per company, then display company name and item count.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856D7-5139-B469-61D7-0A994C233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012" y="4138881"/>
            <a:ext cx="4920509" cy="22418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B94065-E3C4-8B09-2999-0A82FDB21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12" y="1867593"/>
            <a:ext cx="5177568" cy="159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A152-388C-5E29-C912-2E09C1CD1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991E5A9-827B-4119-995B-C63F8B98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AA02905-77D8-8B04-49C4-CB70101E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Using a CTE, calculate the average price per company, then display companies where the average price is greater than 2000.</a:t>
            </a:r>
          </a:p>
          <a:p>
            <a:pPr marL="514350" indent="-514350">
              <a:buFont typeface="+mj-lt"/>
              <a:buAutoNum type="arabicPeriod" startAt="3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3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CTE that joins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employees_new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and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departments_new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to display employee full name and department name.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36AB50-B3DA-143B-DF16-4D47DE5A6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412" y="1676400"/>
            <a:ext cx="3748760" cy="2554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EDDBF3-D4EE-EBE9-CB26-D870729E2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12" y="4572000"/>
            <a:ext cx="5188540" cy="174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3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49B3-F94F-AD53-7003-659894E92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2F58B4-0A0F-F2C9-CCFA-D58E91C3F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6B58C64-2A01-4122-E9B9-837527A0E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5486400" cy="4648200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Using a CTE, find departments where the department budget is greater than the average budget.</a:t>
            </a:r>
          </a:p>
          <a:p>
            <a:pPr marL="514350" indent="-514350">
              <a:buFont typeface="+mj-lt"/>
              <a:buAutoNum type="arabicPeriod" startAt="5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CTE that calculates the number of employees per department, then display departments that have more than one employee.</a:t>
            </a:r>
          </a:p>
          <a:p>
            <a:pPr marL="514350" indent="-514350">
              <a:buFont typeface="+mj-lt"/>
              <a:buAutoNum type="arabicPeriod" startAt="5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CTE that calculates the average item price across all companies, then display companies whose average item price is below the overall average.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31B20F-B232-C3B8-5DF3-177AB7CDC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955" y="1676069"/>
            <a:ext cx="3352800" cy="12579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5E9977-DBE8-732A-90FC-F498D3F21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971" y="3063054"/>
            <a:ext cx="3423144" cy="1608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BD7382-B47D-8FD8-7DE5-F4FBFCA7B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955" y="4800600"/>
            <a:ext cx="3569510" cy="189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4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FAF9EB-C1C8-4C5D-8C89-1B6D78416FE2}">
  <ds:schemaRefs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8532d950-1ec5-40ae-824c-e0f80976e899"/>
    <ds:schemaRef ds:uri="http://schemas.microsoft.com/office/infopath/2007/PartnerControls"/>
    <ds:schemaRef ds:uri="http://purl.org/dc/terms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1569</TotalTime>
  <Words>516</Words>
  <Application>Microsoft Office PowerPoint</Application>
  <PresentationFormat>Custom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Angsana New</vt:lpstr>
      <vt:lpstr>Arial</vt:lpstr>
      <vt:lpstr>Consolas</vt:lpstr>
      <vt:lpstr>Corbel</vt:lpstr>
      <vt:lpstr>Chalkboard 16x9</vt:lpstr>
      <vt:lpstr>Adham Ashraf Saeed</vt:lpstr>
      <vt:lpstr>Load the provided dataset into your database</vt:lpstr>
      <vt:lpstr>Questions</vt:lpstr>
      <vt:lpstr>Questions</vt:lpstr>
      <vt:lpstr>Questions</vt:lpstr>
      <vt:lpstr>Questions</vt:lpstr>
      <vt:lpstr>Questions</vt:lpstr>
      <vt:lpstr>Questions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16</cp:revision>
  <dcterms:created xsi:type="dcterms:W3CDTF">2026-06-07T22:28:29Z</dcterms:created>
  <dcterms:modified xsi:type="dcterms:W3CDTF">2026-08-08T04:42:12Z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