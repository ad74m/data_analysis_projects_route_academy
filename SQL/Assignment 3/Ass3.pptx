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256" r:id="rId5"/>
    <p:sldId id="267" r:id="rId6"/>
    <p:sldId id="277" r:id="rId7"/>
    <p:sldId id="278" r:id="rId8"/>
    <p:sldId id="279" r:id="rId9"/>
    <p:sldId id="280" r:id="rId1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599" autoAdjust="0"/>
  </p:normalViewPr>
  <p:slideViewPr>
    <p:cSldViewPr>
      <p:cViewPr varScale="1">
        <p:scale>
          <a:sx n="95" d="100"/>
          <a:sy n="95" d="100"/>
        </p:scale>
        <p:origin x="168" y="29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8/1/2026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8/1/2026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8/1/2026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8/1/2026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pp.notion.com/p/Movies-Dataset-3553d18e6c3980468e07e1fb486b9fc6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>
                <a:latin typeface="Angsana New" panose="02020603050405020304" pitchFamily="18" charset="-34"/>
                <a:cs typeface="Angsana New" panose="02020603050405020304" pitchFamily="18" charset="-34"/>
              </a:rPr>
              <a:t>Adham Ashraf Saeed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4" y="4800600"/>
            <a:ext cx="9143999" cy="1066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chemeClr val="tx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Assignment 3 (SQL)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1F66B-3294-7D17-7E9E-D2A8286A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4FFDE03-1E80-BB58-3992-A74951F9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Load the provided dataset into your database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406DEBF6-8849-10FD-5791-FBAEB3090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81200"/>
            <a:ext cx="7391400" cy="4648200"/>
          </a:xfrm>
        </p:spPr>
        <p:txBody>
          <a:bodyPr>
            <a:normAutofit/>
          </a:bodyPr>
          <a:lstStyle/>
          <a:p>
            <a:endParaRPr lang="en-US" sz="4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sz="4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sz="4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4000" dirty="0">
                <a:latin typeface="Angsana New" panose="02020603050405020304" pitchFamily="18" charset="-34"/>
                <a:cs typeface="Angsana New" panose="02020603050405020304" pitchFamily="18" charset="-34"/>
              </a:rPr>
              <a:t>Open the provided link and build up your database.</a:t>
            </a:r>
          </a:p>
          <a:p>
            <a:pPr marL="0" indent="0" algn="ctr">
              <a:buNone/>
            </a:pPr>
            <a:r>
              <a:rPr lang="en-US" sz="4000" dirty="0">
                <a:latin typeface="Angsana New" panose="02020603050405020304" pitchFamily="18" charset="-34"/>
                <a:cs typeface="Angsana New" panose="02020603050405020304" pitchFamily="18" charset="-34"/>
                <a:hlinkClick r:id="rId2"/>
              </a:rPr>
              <a:t>Data Source</a:t>
            </a:r>
            <a:endParaRPr lang="en-US" sz="4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03607F-AFD9-C998-4EA5-54478D8FC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412" y="2209800"/>
            <a:ext cx="5334000" cy="154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67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4F43-B399-044B-8B09-A4601FF2B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19D361C-87BB-A370-B889-CA7E5638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B83006D-6090-2EA4-8C5D-54CA0E6CD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6553200" cy="46482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all movies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all movie ratings.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all movie IDs that appear in the ratings table.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movie titles along with their ratings.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movie titles and their budgets for movies that have ratings.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F1D3E0-727F-E4A7-3A57-4AE3329E6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412" y="1712251"/>
            <a:ext cx="2362200" cy="6852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92FE51-8B79-C005-D97B-92D497520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335" y="2631801"/>
            <a:ext cx="2403277" cy="6750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503C50-6753-2141-47AB-A996A0D77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812" y="3635147"/>
            <a:ext cx="3048000" cy="5732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5F4F5F-191D-DA58-7D5E-5E08129651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412" y="4363486"/>
            <a:ext cx="2692867" cy="10282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1E12CA-539C-DE59-9ED6-360EC2B852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7412" y="5516688"/>
            <a:ext cx="3005738" cy="119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8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33D92-48D6-A516-3F6A-94E3BD23B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8BF2045-2224-3049-4EA9-0DBE0B9F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455C2B4-4D66-3866-8395-6E81A2071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6553200" cy="4648200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movies that appear in both Movies and Credits tables.</a:t>
            </a:r>
          </a:p>
          <a:p>
            <a:pPr marL="514350" indent="-514350">
              <a:buFont typeface="+mj-lt"/>
              <a:buAutoNum type="arabicPeriod" startAt="6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6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all movies and their ratings (include movies with no ratings).</a:t>
            </a:r>
          </a:p>
          <a:p>
            <a:pPr marL="514350" indent="-514350">
              <a:buFont typeface="+mj-lt"/>
              <a:buAutoNum type="arabicPeriod" startAt="6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6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movies that have no ratings.</a:t>
            </a:r>
          </a:p>
          <a:p>
            <a:pPr marL="514350" indent="-514350">
              <a:buFont typeface="+mj-lt"/>
              <a:buAutoNum type="arabicPeriod" startAt="6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6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movie title and average rating (include movies with no ratings).</a:t>
            </a:r>
          </a:p>
          <a:p>
            <a:pPr marL="514350" indent="-514350">
              <a:buFont typeface="+mj-lt"/>
              <a:buAutoNum type="arabicPeriod" startAt="6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0AB2E1-BC7D-D1CF-4FB2-EA16DA22D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010" y="1653381"/>
            <a:ext cx="2958737" cy="1143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C80B48-D231-AA46-0153-2B9062F77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641" y="2895600"/>
            <a:ext cx="2883477" cy="1143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75257D-1DC8-3F48-BFC3-4486EFD92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39" y="5486400"/>
            <a:ext cx="2958737" cy="1167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F69BB9-CD4C-2269-8FDA-3FCE2B40C6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4639" y="4061620"/>
            <a:ext cx="2883478" cy="130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632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14A31-DB56-DE83-4AAB-CAC89447B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8A81947-CE1C-56A3-5113-A22BA74D3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A6629A8-123B-4F76-58F5-3A59B3008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6553200" cy="46482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 startAt="10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all movie IDs from Movies and Ratings, matched where possible.</a:t>
            </a:r>
          </a:p>
          <a:p>
            <a:pPr marL="514350" indent="-514350">
              <a:buFont typeface="+mj-lt"/>
              <a:buAutoNum type="arabicPeriod" startAt="10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10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Identify movies that exist in Movies but not in Ratings, and movies that exist in Ratings but not in Movies.</a:t>
            </a:r>
          </a:p>
          <a:p>
            <a:pPr marL="514350" indent="-514350">
              <a:buFont typeface="+mj-lt"/>
              <a:buAutoNum type="arabicPeriod" startAt="10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10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a list of all movie IDs from Movies and Ratings without duplicates.</a:t>
            </a:r>
          </a:p>
          <a:p>
            <a:pPr marL="514350" indent="-514350">
              <a:buFont typeface="+mj-lt"/>
              <a:buAutoNum type="arabicPeriod" startAt="10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10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a list of all movie IDs from Movies and Ratings including duplicates.</a:t>
            </a:r>
          </a:p>
          <a:p>
            <a:pPr marL="514350" indent="-514350">
              <a:buFont typeface="+mj-lt"/>
              <a:buAutoNum type="arabicPeriod" startAt="10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1D28A4-4DB6-A7C4-43AC-49D103034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717" y="1676400"/>
            <a:ext cx="2904295" cy="1174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D738FC-B2DA-A008-9DAD-DB86BF892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612" y="4487681"/>
            <a:ext cx="1735796" cy="9576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4F4069-0483-C978-ED02-1A171AE3B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729" y="2984824"/>
            <a:ext cx="2010088" cy="13044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3BFB9C-78B0-C30D-3376-8D2203F742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7212" y="2988835"/>
            <a:ext cx="2135253" cy="13432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58C0A3B-E55F-64E4-57FD-FCC38C5D75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2812" y="5562600"/>
            <a:ext cx="1659596" cy="115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5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AE3FD-C971-2778-36AD-5A5646D5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FB24ECE-3CCA-3ABB-2DCE-6F4160E57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F00C321-DDF9-2C9C-A6D0-19E1D5F77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905000"/>
            <a:ext cx="6553200" cy="4648200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 startAt="14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all movie titles and all user IDs in a single column.</a:t>
            </a:r>
          </a:p>
          <a:p>
            <a:pPr marL="514350" indent="-514350">
              <a:buFont typeface="+mj-lt"/>
              <a:buAutoNum type="arabicPeriod" startAt="14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14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movies that have ratings from more than 10 different users.</a:t>
            </a:r>
          </a:p>
          <a:p>
            <a:pPr marL="514350" indent="-514350">
              <a:buFont typeface="+mj-lt"/>
              <a:buAutoNum type="arabicPeriod" startAt="14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14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movies whose average rating is higher than the overall average rating.</a:t>
            </a:r>
          </a:p>
          <a:p>
            <a:pPr marL="514350" indent="-514350">
              <a:buFont typeface="+mj-lt"/>
              <a:buAutoNum type="arabicPeriod" startAt="14"/>
            </a:pPr>
            <a:endParaRPr 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14"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movies that appear in Credits but have no ratings.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9DA47F-3BEC-E073-17D5-C2FD04134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853" y="1676399"/>
            <a:ext cx="3008759" cy="9228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E3EDD4-8146-6D40-D942-862A8899D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612" y="2656586"/>
            <a:ext cx="3124200" cy="1068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DD7302-F801-9D82-2F46-59D47426D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3853" y="3817199"/>
            <a:ext cx="2988089" cy="13047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E60C4C-1D4F-11F5-0C53-C919EC198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3636" y="5181600"/>
            <a:ext cx="2475437" cy="159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761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A237DEB9D22E4DB1BA747308CD6572" ma:contentTypeVersion="4" ma:contentTypeDescription="Create a new document." ma:contentTypeScope="" ma:versionID="af6932d0ce23f7cd5ec313e1567d0dc2">
  <xsd:schema xmlns:xsd="http://www.w3.org/2001/XMLSchema" xmlns:xs="http://www.w3.org/2001/XMLSchema" xmlns:p="http://schemas.microsoft.com/office/2006/metadata/properties" xmlns:ns3="8532d950-1ec5-40ae-824c-e0f80976e899" targetNamespace="http://schemas.microsoft.com/office/2006/metadata/properties" ma:root="true" ma:fieldsID="b1369fe30ab7a65f8b736468c8a5103b" ns3:_="">
    <xsd:import namespace="8532d950-1ec5-40ae-824c-e0f80976e89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32d950-1ec5-40ae-824c-e0f80976e89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FF4C13-3B74-416A-93DB-207A0877F7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BEA58C-79F5-4C64-99C4-1A283223A9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32d950-1ec5-40ae-824c-e0f80976e8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1FAF9EB-C1C8-4C5D-8C89-1B6D78416FE2}">
  <ds:schemaRefs>
    <ds:schemaRef ds:uri="http://schemas.microsoft.com/office/2006/metadata/properties"/>
    <ds:schemaRef ds:uri="http://www.w3.org/XML/1998/namespace"/>
    <ds:schemaRef ds:uri="http://purl.org/dc/dcmitype/"/>
    <ds:schemaRef ds:uri="8532d950-1ec5-40ae-824c-e0f80976e899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1410</TotalTime>
  <Words>226</Words>
  <Application>Microsoft Office PowerPoint</Application>
  <PresentationFormat>Custom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Angsana New</vt:lpstr>
      <vt:lpstr>Arial</vt:lpstr>
      <vt:lpstr>Consolas</vt:lpstr>
      <vt:lpstr>Corbel</vt:lpstr>
      <vt:lpstr>Chalkboard 16x9</vt:lpstr>
      <vt:lpstr>Adham Ashraf Saeed</vt:lpstr>
      <vt:lpstr>Load the provided dataset into your database</vt:lpstr>
      <vt:lpstr>Questions</vt:lpstr>
      <vt:lpstr>Questions</vt:lpstr>
      <vt:lpstr>Questions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Adham Ashraf Saeed</dc:creator>
  <cp:lastModifiedBy>Adham Ashraf Saeed</cp:lastModifiedBy>
  <cp:revision>16</cp:revision>
  <dcterms:created xsi:type="dcterms:W3CDTF">2026-06-07T22:28:29Z</dcterms:created>
  <dcterms:modified xsi:type="dcterms:W3CDTF">2026-08-01T00:00:45Z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0x010100D2A237DEB9D22E4DB1BA747308CD6572</vt:lpwstr>
  </property>
</Properties>
</file>