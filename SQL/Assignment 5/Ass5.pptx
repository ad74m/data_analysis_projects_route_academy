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7" r:id="rId6"/>
    <p:sldId id="277" r:id="rId7"/>
    <p:sldId id="278" r:id="rId8"/>
    <p:sldId id="279" r:id="rId9"/>
    <p:sldId id="280" r:id="rId10"/>
    <p:sldId id="281" r:id="rId11"/>
    <p:sldId id="282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5" d="100"/>
          <a:sy n="95" d="100"/>
        </p:scale>
        <p:origin x="168" y="2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8/15/2026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8/15/2026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8/15/2026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apR3yJpClSfIKI37U_IKfMqZJOFXvyue/vie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5 (SQL)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 into your database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1752600"/>
            <a:ext cx="11582400" cy="4648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Open the provided links and download the dataset files</a:t>
            </a:r>
          </a:p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  <a:hlinkClick r:id="rId2"/>
              </a:rPr>
              <a:t>Northwind</a:t>
            </a:r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9EBC4-0193-1F81-A472-50AD11D7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" y="3519940"/>
            <a:ext cx="5953956" cy="1838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71FE8-EE18-2AB3-A6C2-A603DE340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283" y="2916604"/>
            <a:ext cx="4799015" cy="28285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89E146-5274-3516-95F4-01897B80F456}"/>
              </a:ext>
            </a:extLst>
          </p:cNvPr>
          <p:cNvSpPr/>
          <p:nvPr/>
        </p:nvSpPr>
        <p:spPr>
          <a:xfrm>
            <a:off x="1605042" y="4781724"/>
            <a:ext cx="3733800" cy="5431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FDC8A0-CBA1-3F0D-980E-3C9B18D1F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707" y="5972995"/>
            <a:ext cx="355332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B83006D-6090-2EA4-8C5D-54CA0E6C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rank each customer based on the total value of their orders, with 1 being the highest order value.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find the second highest unit price of products in each category.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6A4B68-FF4C-8B96-8ED3-501DB7ED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2" y="1676400"/>
            <a:ext cx="5148840" cy="2489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CFFD70-E25B-A37A-CF5F-D4BEC342D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812" y="4419600"/>
            <a:ext cx="5789613" cy="179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BA668-DFEE-A941-FFD0-4E49A0AB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719099-7897-75B1-2173-BFA1008F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661F3F1-8AE8-7FA4-1C6E-62256B39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calculate the total sales amount each employee made and include a running total (cumulative sum) of these sales</a:t>
            </a: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find out the employees whose average order value is higher than the average order value of all employees.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036A1-84B1-A5E9-324B-F0442BA0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755" y="4087489"/>
            <a:ext cx="4709946" cy="2561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C50368-ACF4-3A3B-5F51-BD14464C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12" y="1600200"/>
            <a:ext cx="4646614" cy="23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2344-8D63-4D79-3A45-59E39693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629D8D0-5932-97A7-5F78-DF759BE9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6761949-6C95-6FC7-5FAE-DE2A84C7C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find the employee who processed the most orders each year.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find the top 3 most expensive products in each category.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1A49A-5C1F-2726-03CF-87E5E678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2" y="1676400"/>
            <a:ext cx="5027613" cy="2461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56054A-EDCD-2B60-1C4E-23786FDEC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11" y="4495800"/>
            <a:ext cx="5561013" cy="173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DD0D-B8D9-2F60-7365-0BCF99D5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6A2C76-7679-0772-A8D4-2C9C2758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795CE94-1479-4991-5753-AD79E52B2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Rank products based on their total sales amount inside each category, with rank 1 being the highest-selling product per category.</a:t>
            </a: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Find the highest order value handled by each employee and return the corresponding order.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DBA3A-9F31-ECD0-D938-BA393690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896" y="1676400"/>
            <a:ext cx="4879268" cy="2166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87181F-57B9-4EB5-395B-F8B40971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412" y="3886200"/>
            <a:ext cx="4717994" cy="28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3991-A781-B0FC-7EF6-F1DA9906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64813F5-E8AE-E7A1-DDC3-8AE0F9BB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5F479F-7481-B834-748E-A7995ADB1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Calculate total sales per category and show each category’s percentage of total sales</a:t>
            </a:r>
          </a:p>
          <a:p>
            <a:pPr marL="514350" indent="-514350">
              <a:buFont typeface="+mj-lt"/>
              <a:buAutoNum type="arabicPeriod" startAt="9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9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9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9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Find customers whose total order value is above the average customer order value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78E8C-BD04-5480-94B9-C7C221B95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74" y="1652337"/>
            <a:ext cx="5027613" cy="2410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1CD965-D009-7637-6332-D63086C31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774" y="4114800"/>
            <a:ext cx="5060375" cy="261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A152-388C-5E29-C912-2E09C1CD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991E5A9-827B-4119-995B-C63F8B98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A02905-77D8-8B04-49C4-CB70101E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Find products that have never been ordered</a:t>
            </a: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For each employee, calculate total sales per year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F83AD-CC62-9A28-F5CA-F40F94F9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98" y="1752600"/>
            <a:ext cx="4558338" cy="2029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3CC983-8854-E793-BA46-47132FDC6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360" y="3962400"/>
            <a:ext cx="4799013" cy="221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FAF9EB-C1C8-4C5D-8C89-1B6D78416FE2}">
  <ds:schemaRefs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8532d950-1ec5-40ae-824c-e0f80976e899"/>
    <ds:schemaRef ds:uri="http://schemas.microsoft.com/office/infopath/2007/PartnerControls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1791</TotalTime>
  <Words>227</Words>
  <Application>Microsoft Office PowerPoint</Application>
  <PresentationFormat>Custom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 into your database</vt:lpstr>
      <vt:lpstr>Questions</vt:lpstr>
      <vt:lpstr>Questions</vt:lpstr>
      <vt:lpstr>Questions</vt:lpstr>
      <vt:lpstr>Questions</vt:lpstr>
      <vt:lpstr>Questions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21</cp:revision>
  <dcterms:created xsi:type="dcterms:W3CDTF">2026-06-07T22:28:29Z</dcterms:created>
  <dcterms:modified xsi:type="dcterms:W3CDTF">2026-08-15T03:52:51Z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