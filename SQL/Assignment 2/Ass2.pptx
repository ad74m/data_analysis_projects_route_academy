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7" r:id="rId6"/>
    <p:sldId id="277" r:id="rId7"/>
    <p:sldId id="280" r:id="rId8"/>
    <p:sldId id="278" r:id="rId9"/>
    <p:sldId id="279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04983-513F-47EB-B79C-427B15FBB21B}" v="17" dt="2026-07-22T15:18:30.902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599" autoAdjust="0"/>
  </p:normalViewPr>
  <p:slideViewPr>
    <p:cSldViewPr>
      <p:cViewPr varScale="1">
        <p:scale>
          <a:sx n="94" d="100"/>
          <a:sy n="94" d="100"/>
        </p:scale>
        <p:origin x="216" y="3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7/22/2026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7/22/2026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7/22/2026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7/22/2026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2 (SQL)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Load the provided dataset into your database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B6D80D-6C67-7B99-8FA4-F94CA7793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2" y="2529987"/>
            <a:ext cx="5963167" cy="4229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88866A-5367-B647-A082-905A84EE85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20"/>
          <a:stretch>
            <a:fillRect/>
          </a:stretch>
        </p:blipFill>
        <p:spPr>
          <a:xfrm>
            <a:off x="6475412" y="1664914"/>
            <a:ext cx="5105400" cy="25657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D6678E-82AD-376A-0222-AA8CC59D52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52"/>
          <a:stretch>
            <a:fillRect/>
          </a:stretch>
        </p:blipFill>
        <p:spPr>
          <a:xfrm>
            <a:off x="6399212" y="4343400"/>
            <a:ext cx="5258700" cy="239370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BA5A4D4-7C02-23A0-9504-D89B26878890}"/>
              </a:ext>
            </a:extLst>
          </p:cNvPr>
          <p:cNvSpPr/>
          <p:nvPr/>
        </p:nvSpPr>
        <p:spPr>
          <a:xfrm>
            <a:off x="3122612" y="6096000"/>
            <a:ext cx="1600200" cy="2286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34C5C7-BD36-9A54-FAAC-1058C7D8C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212" y="1752600"/>
            <a:ext cx="2476715" cy="6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Basic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B83006D-6090-2EA4-8C5D-54CA0E6C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6553200" cy="46482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total number of records.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average grade of all students.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highest grade obtained.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lowest grade obtained.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number of distinct students.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AC346-ABDB-E111-8032-519EA062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712" y="1784823"/>
            <a:ext cx="4572000" cy="620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ED0C46-E053-949A-DC53-7FD7B6E50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812" y="2849725"/>
            <a:ext cx="4495800" cy="518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CCA0F6-87FD-0DAE-EF75-54EE81337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104" y="3844122"/>
            <a:ext cx="4499237" cy="5072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40C80A-89D3-FCB3-C7E9-5B861EF3B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12" y="4876800"/>
            <a:ext cx="4876800" cy="5469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1854E71-7FC3-6D37-F3CA-1913282ED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212" y="5850822"/>
            <a:ext cx="5482414" cy="44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698D-446C-B09C-3B75-713D51D1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2C16822-D670-72CC-E771-FBCF4062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Basic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7378B3C-5D76-0F7C-8324-F9E35B53A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6553200" cy="46482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average grade for each course.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number of students in each department.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maximum grade for each course.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minimum grade for each department.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the number of courses taken by each student.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BAB64-D69B-C225-0F6B-7CF6F55B1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12" y="1752600"/>
            <a:ext cx="3608383" cy="819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870338-F5F1-71C6-C6E9-CDF4337A1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012" y="3787918"/>
            <a:ext cx="3513124" cy="762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5BA0D4-663D-E39A-52D9-D0856460C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203" y="4729377"/>
            <a:ext cx="3429297" cy="7887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1D40ED-C9B5-0B32-D0BB-40BAD813E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612" y="2789310"/>
            <a:ext cx="4858171" cy="7811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649DE6-DE14-ADD3-4786-A24BF7F3C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480" y="5761922"/>
            <a:ext cx="3913209" cy="7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2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FC642-3B2F-D0D8-C954-9CBD9FB3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15A8EEA-DFDB-AF52-D9D9-AAAB2EC7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Intermediate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55E417-39C9-88E5-D85F-5A9D5FEDE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7010400" cy="4648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courses where the average grade is greater than 75.</a:t>
            </a: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students who have taken more than 3 courses.</a:t>
            </a: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departments where the average grade is less than 65.</a:t>
            </a: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students whose maximum grade is 100.</a:t>
            </a:r>
          </a:p>
          <a:p>
            <a:pPr marL="514350" indent="-514350">
              <a:buFont typeface="+mj-lt"/>
              <a:buAutoNum type="arabicPeriod" startAt="11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1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courses that have been taken by at least 20 students.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68B655-3E1C-EAC8-E690-91D96AB8B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12" y="1624764"/>
            <a:ext cx="3532176" cy="971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2D235-145D-5AE1-D540-B14FAF61A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799" y="2687013"/>
            <a:ext cx="3733799" cy="9224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497A2-8D3A-3984-83B6-BCC5ACC21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715" y="3700096"/>
            <a:ext cx="3396977" cy="928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530C1-C935-B72D-8D73-A5D386496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687" y="4683990"/>
            <a:ext cx="3312175" cy="9312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9853FF-0DA8-ABD5-BFB5-B32FB8F29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390" y="5715000"/>
            <a:ext cx="4038950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6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10AB-7E23-3080-0C7E-B501D73C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5495E85-6BDE-9CCB-C360-B86DFDA8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Advanced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511B270-0702-FDAD-FB8E-5921E55E3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172200" cy="48768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1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students who have taken at least 4 courses and whose average grade is greater than 80.</a:t>
            </a:r>
          </a:p>
          <a:p>
            <a:pPr marL="514350" indent="-514350">
              <a:buFont typeface="+mj-lt"/>
              <a:buAutoNum type="arabicPeriod" startAt="1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departments where the maximum grade is at least twice the average grade.</a:t>
            </a:r>
          </a:p>
          <a:p>
            <a:pPr marL="514350" indent="-514350">
              <a:buFont typeface="+mj-lt"/>
              <a:buAutoNum type="arabicPeriod" startAt="1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Query courses whose average grade is higher than the overall average grade.</a:t>
            </a:r>
          </a:p>
          <a:p>
            <a:pPr marL="514350" indent="-514350">
              <a:buFont typeface="+mj-lt"/>
              <a:buAutoNum type="arabicPeriod" startAt="1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19 – 20. Query students whose lowest grade is greater than 70.</a:t>
            </a:r>
          </a:p>
          <a:p>
            <a:pPr marL="514350" indent="-514350">
              <a:buFont typeface="+mj-lt"/>
              <a:buAutoNum type="arabicPeriod" startAt="1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CB94C-F87D-EBF6-9B52-E29CC6C57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590" y="1674165"/>
            <a:ext cx="3295995" cy="1167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B49AA7-4DC4-C40E-49DE-53BC62CD4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537" y="2964575"/>
            <a:ext cx="2972104" cy="10014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9BE1F7-00E5-DD52-E2B0-A0DD61FDE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317" y="4204376"/>
            <a:ext cx="3620543" cy="1094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FA5CBE-1613-EDE8-9736-E2EA394F4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707" y="5638800"/>
            <a:ext cx="3098934" cy="88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www.w3.org/XML/1998/namespace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8532d950-1ec5-40ae-824c-e0f80976e89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1079</TotalTime>
  <Words>211</Words>
  <Application>Microsoft Office PowerPoint</Application>
  <PresentationFormat>Custom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Angsana New</vt:lpstr>
      <vt:lpstr>Arial</vt:lpstr>
      <vt:lpstr>Consolas</vt:lpstr>
      <vt:lpstr>Corbel</vt:lpstr>
      <vt:lpstr>Chalkboard 16x9</vt:lpstr>
      <vt:lpstr>Adham Ashraf Saeed</vt:lpstr>
      <vt:lpstr>Load the provided dataset into your database</vt:lpstr>
      <vt:lpstr>Basic Questions</vt:lpstr>
      <vt:lpstr>Basic Questions</vt:lpstr>
      <vt:lpstr>Intermediate Questions</vt:lpstr>
      <vt:lpstr>Advanced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11</cp:revision>
  <dcterms:created xsi:type="dcterms:W3CDTF">2026-06-07T22:28:29Z</dcterms:created>
  <dcterms:modified xsi:type="dcterms:W3CDTF">2026-07-22T16:45:05Z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