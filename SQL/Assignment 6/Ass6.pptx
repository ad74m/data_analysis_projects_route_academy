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7" r:id="rId6"/>
    <p:sldId id="277" r:id="rId7"/>
    <p:sldId id="278" r:id="rId8"/>
    <p:sldId id="279" r:id="rId9"/>
    <p:sldId id="280" r:id="rId10"/>
    <p:sldId id="281" r:id="rId11"/>
    <p:sldId id="282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599" autoAdjust="0"/>
  </p:normalViewPr>
  <p:slideViewPr>
    <p:cSldViewPr>
      <p:cViewPr>
        <p:scale>
          <a:sx n="95" d="100"/>
          <a:sy n="95" d="100"/>
        </p:scale>
        <p:origin x="168" y="29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8/23/2026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8/23/2026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notion.com/p/hardware_store-Assignment-2f53d18e6c39809dbeaffb22f20f476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6 (SQL)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Load the provided dataset into your database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06DEBF6-8849-10FD-5791-FBAEB309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2057400"/>
            <a:ext cx="11582400" cy="4648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Access the following Database then Find:</a:t>
            </a:r>
          </a:p>
          <a:p>
            <a:pPr marL="0" indent="0" algn="ctr">
              <a:buNone/>
            </a:pPr>
            <a:r>
              <a:rPr lang="en-US" sz="6000" dirty="0">
                <a:latin typeface="Angsana New" panose="02020603050405020304" pitchFamily="18" charset="-34"/>
                <a:cs typeface="Angsana New" panose="02020603050405020304" pitchFamily="18" charset="-34"/>
                <a:hlinkClick r:id="rId2"/>
              </a:rPr>
              <a:t>Database</a:t>
            </a:r>
            <a:endParaRPr lang="en-US" sz="6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B83006D-6090-2EA4-8C5D-54CA0E6C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revenue by customer showing customer name and total</a:t>
            </a:r>
            <a:r>
              <a:rPr lang="ar-EG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revenue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Customers with at least 3 orders showing customer name and order 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5B6DBB-327F-013A-8A22-706AE44D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12" y="1676400"/>
            <a:ext cx="5275330" cy="2429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DBE695-9E78-6C66-6F24-F1616B93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693" y="4229100"/>
            <a:ext cx="5729967" cy="239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BA668-DFEE-A941-FFD0-4E49A0AB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E719099-7897-75B1-2173-BFA1008F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661F3F1-8AE8-7FA4-1C6E-62256B39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Average order value per customer showing customer name and average amount</a:t>
            </a:r>
          </a:p>
          <a:p>
            <a:pPr marL="514350" indent="-514350">
              <a:buFont typeface="+mj-lt"/>
              <a:buAutoNum type="arabicPeriod" startAt="3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3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3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revenue by product showing product name and total revenue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AF9203-9ECA-6FAF-7988-579A3B99A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12" y="1690997"/>
            <a:ext cx="4615603" cy="2164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F9A4C2-8E36-ABBC-F223-85A13E35E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43" y="4114800"/>
            <a:ext cx="5082340" cy="232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1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2344-8D63-4D79-3A45-59E39693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629D8D0-5932-97A7-5F78-DF759BE9A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6761949-6C95-6FC7-5FAE-DE2A84C7C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quantity sold by product showing product name and total quantity sold</a:t>
            </a: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Number of orders per day showing order date and order count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15FF21-AA28-B435-E9A4-71E0D89C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12" y="1676400"/>
            <a:ext cx="5101175" cy="251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24613C-780E-4D76-9FA2-DB81F8CA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003" y="4800600"/>
            <a:ext cx="5800659" cy="150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4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ADD0D-B8D9-2F60-7365-0BCF99D5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6A2C76-7679-0772-A8D4-2C9C2758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795CE94-1479-4991-5753-AD79E52B2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sales per day showing order date and daily sales amount</a:t>
            </a:r>
          </a:p>
          <a:p>
            <a:pPr marL="514350" indent="-514350">
              <a:buFont typeface="+mj-lt"/>
              <a:buAutoNum type="arabicPeriod" startAt="7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7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7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payments by payment method showing payment method and total collected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2653A-7595-02B5-37AB-E77CD5DFA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012" y="1752600"/>
            <a:ext cx="4915554" cy="1893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457966-E3DA-B80C-870A-7D8906652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12" y="4193005"/>
            <a:ext cx="5449103" cy="163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2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3991-A781-B0FC-7EF6-F1DA9906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64813F5-E8AE-E7A1-DDC3-8AE0F9BB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5F479F-7481-B834-748E-A7995ADB1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9. Total payments per day showing payment date and total payment amount</a:t>
            </a:r>
          </a:p>
          <a:p>
            <a:pPr marL="514350" indent="-514350">
              <a:buFont typeface="+mj-lt"/>
              <a:buAutoNum type="arabicPeriod" startAt="9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9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9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9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Shipment summary by carrier showing carrier name, shipment count, first shipping date, and last shipping 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E071C-3590-B58C-64C5-DC299CF83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531" y="1905000"/>
            <a:ext cx="5486401" cy="1609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1BE98-2F6B-12E1-22D2-2EDFFC272F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16"/>
          <a:stretch>
            <a:fillRect/>
          </a:stretch>
        </p:blipFill>
        <p:spPr>
          <a:xfrm>
            <a:off x="6192132" y="4114800"/>
            <a:ext cx="5638800" cy="186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A152-388C-5E29-C912-2E09C1CD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991E5A9-827B-4119-995B-C63F8B98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Bounce Problems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A02905-77D8-8B04-49C4-CB70101E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9436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Orders with shipping status: order ID, customer name, order date,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shipped_status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(shipped /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not_shipped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Product price rank band: product name, price,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price_band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based on price (budget/standard/premium)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E4E242-F050-69AC-1E23-72721D9B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478" y="1686338"/>
            <a:ext cx="4117988" cy="266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FF8E12-1785-91D9-B61E-5B7D207F9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412" y="4419600"/>
            <a:ext cx="3914389" cy="232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3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2095</TotalTime>
  <Words>197</Words>
  <Application>Microsoft Office PowerPoint</Application>
  <PresentationFormat>Custom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Angsana New</vt:lpstr>
      <vt:lpstr>Arial</vt:lpstr>
      <vt:lpstr>Consolas</vt:lpstr>
      <vt:lpstr>Corbel</vt:lpstr>
      <vt:lpstr>Chalkboard 16x9</vt:lpstr>
      <vt:lpstr>Adham Ashraf Saeed</vt:lpstr>
      <vt:lpstr>Load the provided dataset into your database</vt:lpstr>
      <vt:lpstr>Questions</vt:lpstr>
      <vt:lpstr>Questions</vt:lpstr>
      <vt:lpstr>Questions</vt:lpstr>
      <vt:lpstr>Questions</vt:lpstr>
      <vt:lpstr>Questions</vt:lpstr>
      <vt:lpstr>Bounce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25</cp:revision>
  <dcterms:created xsi:type="dcterms:W3CDTF">2026-06-07T22:28:29Z</dcterms:created>
  <dcterms:modified xsi:type="dcterms:W3CDTF">2026-08-23T23:12:13Z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