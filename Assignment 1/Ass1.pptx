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7" r:id="rId6"/>
    <p:sldId id="277" r:id="rId7"/>
    <p:sldId id="278" r:id="rId8"/>
    <p:sldId id="280" r:id="rId9"/>
    <p:sldId id="279" r:id="rId10"/>
    <p:sldId id="281" r:id="rId11"/>
    <p:sldId id="282" r:id="rId12"/>
    <p:sldId id="283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9/13/2026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1 (Power BI)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Objective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11277600" cy="4648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and prepare the provided dataset, then build an interactive and visually appealing Power BI dashboard that provides meaningful insights into the data and presents key findings in a clear and professional way.</a:t>
            </a:r>
          </a:p>
          <a:p>
            <a:pPr marL="0" indent="0">
              <a:buNone/>
            </a:pPr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Import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C2B71-F0EE-8529-061A-04E4545FD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" y="2133600"/>
            <a:ext cx="4652229" cy="3697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7D5BAF-168D-B3DB-B1D2-90832BA27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2454703"/>
            <a:ext cx="6897931" cy="32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239F-4940-6E96-DFF4-E56F5B81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33EE605-3F7F-A68D-A118-46DBA3CF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C0FA98-AC7B-747B-4FE8-6ED5FE88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5580265"/>
            <a:ext cx="7647537" cy="11207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A62467-752F-D017-2E4D-4D8946ADE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770" y="1603577"/>
            <a:ext cx="5119168" cy="12249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04C0BA-1A6F-7868-5565-389C2DE2C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612" y="2925301"/>
            <a:ext cx="7858536" cy="1271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1D9E10-FEDC-1F2D-0E7F-1C6086905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412" y="4293361"/>
            <a:ext cx="7014377" cy="113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9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7819-29A7-6267-32D3-765B3D3D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E382AFA-152F-7584-E463-AEFF7BA4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Merge Orders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7FDE0D-42A7-3C61-B649-37C41D8D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3106741"/>
            <a:ext cx="2987038" cy="106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D3E43C-E226-12D0-AF9F-68537E86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38" y="1676400"/>
            <a:ext cx="5467903" cy="49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0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8537-F877-4F1E-DA4F-2B3281DD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8FC862-B2E3-0AFB-6FC8-E295E7C1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Data Modeling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F4284-0CF8-E0F7-6B72-D1E6FD6E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209800"/>
            <a:ext cx="1100383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0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A4DA-A681-70A6-444C-48291653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307CD1-37BB-CCA0-DE72-A473AE17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Measures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4C80E-F759-9CCD-8626-132AF82BE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387" y="2152724"/>
            <a:ext cx="7429622" cy="476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F3B55A-AD37-2B80-9177-22DB5623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387" y="3224559"/>
            <a:ext cx="7679259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A69EC-098D-1917-C589-4A714B32D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387" y="4201135"/>
            <a:ext cx="7603059" cy="461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44EACD-BC86-A5E5-2B97-E7046131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387" y="5257800"/>
            <a:ext cx="9535708" cy="4610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28CCC-FAA9-2AF7-9AB6-2B388CA1E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064" y="2268156"/>
            <a:ext cx="2470694" cy="196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9009-03D7-71C6-9C13-5511B59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9BDAC60-815A-F3C4-9BEA-DEC70DC7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Figma Design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F8F67-55FA-2C9D-E79E-D69949C0C1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12" y="1600200"/>
            <a:ext cx="89916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6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15B9-99ED-8E68-3CA7-40A93BC2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939F90-355B-C742-55CA-F0016663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Final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F64BF-0FD8-7863-A96F-10EC459A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12" y="1600200"/>
            <a:ext cx="8991600" cy="51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8532d950-1ec5-40ae-824c-e0f80976e899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2658</TotalTime>
  <Words>60</Words>
  <Application>Microsoft Office PowerPoint</Application>
  <PresentationFormat>Custom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Consolas</vt:lpstr>
      <vt:lpstr>Corbel</vt:lpstr>
      <vt:lpstr>Chalkboard 16x9</vt:lpstr>
      <vt:lpstr>Adham Ashraf Saeed</vt:lpstr>
      <vt:lpstr>Objective</vt:lpstr>
      <vt:lpstr>Import Data</vt:lpstr>
      <vt:lpstr>Clean Data</vt:lpstr>
      <vt:lpstr>Merge Orders</vt:lpstr>
      <vt:lpstr>Data Modeling</vt:lpstr>
      <vt:lpstr>Create Measures</vt:lpstr>
      <vt:lpstr>Figma Design Dashboard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29</cp:revision>
  <dcterms:created xsi:type="dcterms:W3CDTF">2026-06-07T22:28:29Z</dcterms:created>
  <dcterms:modified xsi:type="dcterms:W3CDTF">2026-09-13T13:56:12Z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