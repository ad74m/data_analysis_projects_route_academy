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7" r:id="rId6"/>
    <p:sldId id="277" r:id="rId7"/>
    <p:sldId id="278" r:id="rId8"/>
    <p:sldId id="281" r:id="rId9"/>
    <p:sldId id="282" r:id="rId10"/>
    <p:sldId id="284" r:id="rId11"/>
    <p:sldId id="285" r:id="rId12"/>
    <p:sldId id="283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8" d="100"/>
          <a:sy n="98" d="100"/>
        </p:scale>
        <p:origin x="55" y="3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9/27/2026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9/27/2026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bsI4TlXPZZz94GKkILzdbWP7eLnotADr/edit?usp=drive_link&amp;ouid=110671520806248202522&amp;rtpof=true&amp;sd=tru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3 (Power BI)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2057400"/>
            <a:ext cx="11277600" cy="4648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Angsana New" panose="02020603050405020304" pitchFamily="18" charset="-34"/>
                <a:cs typeface="Angsana New" panose="02020603050405020304" pitchFamily="18" charset="-34"/>
                <a:hlinkClick r:id="rId2"/>
              </a:rPr>
              <a:t>Data Source</a:t>
            </a:r>
            <a:endParaRPr lang="en-US" sz="9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Import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E4E00-11BE-9703-71BE-EE40AD646D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6212" y="1981199"/>
            <a:ext cx="6477000" cy="4048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3CD12F-4245-8B6C-F2B9-434322321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2" y="2743200"/>
            <a:ext cx="4995495" cy="155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239F-4940-6E96-DFF4-E56F5B81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33EE605-3F7F-A68D-A118-46DBA3CF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2EA40-BAE9-8D55-1A0A-856B8E7F51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874" y="1617071"/>
            <a:ext cx="8027521" cy="1218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AFCA2A-6C45-0D43-CC47-2ACDA8BB04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6508" y="2909757"/>
            <a:ext cx="7993853" cy="1204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03C2C-C7CE-F7AD-2B66-C1EC8BD5AB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9897" y="4185460"/>
            <a:ext cx="7676142" cy="1223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FB470D-6CA9-928E-D166-4C88149835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4139" y="5484719"/>
            <a:ext cx="6618592" cy="13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9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A4DA-A681-70A6-444C-48291653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307CD1-37BB-CCA0-DE72-A473AE17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Measures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09F96-CFB0-647D-B176-065A0C40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11" y="1860048"/>
            <a:ext cx="8339671" cy="350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F2F772-2688-8033-F30F-DD7B1A8FF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2" y="2262025"/>
            <a:ext cx="8339690" cy="370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566F91-C479-5DF2-64FF-537D1EE53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2" y="2681345"/>
            <a:ext cx="8426264" cy="3370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328598-F187-24E1-A9F4-06856C980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12" y="3220103"/>
            <a:ext cx="2923192" cy="8298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ADB4DF-7529-9DAC-F261-CF4DD250A4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69" y="4237356"/>
            <a:ext cx="8182476" cy="2940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FA6224F-29FD-BD91-C3BD-2C25E037D5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840" y="3217135"/>
            <a:ext cx="2847802" cy="8214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7539F2-9CB3-469D-8670-B5C4FDA314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411" y="4622891"/>
            <a:ext cx="8175438" cy="297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0F5808A-A1A8-D9CB-20F0-ABD5F71690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022" y="5045438"/>
            <a:ext cx="8142588" cy="32951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959F2E0-98CF-DEE1-D80F-2D83334868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022" y="5429915"/>
            <a:ext cx="7767760" cy="41269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38C326-D422-2BC3-8EDB-71B0B972BC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021" y="5884530"/>
            <a:ext cx="7862583" cy="55370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57064AE-717D-72B4-BA16-47049EB4F1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39034" y="3071265"/>
            <a:ext cx="2098376" cy="112748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9B0C353-8A31-7214-49E7-98467E697B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3412" y="1905000"/>
            <a:ext cx="2419560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2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9009-03D7-71C6-9C13-5511B59D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9BDAC60-815A-F3C4-9BEA-DEC70DC7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Figma Design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AB81F-8A44-8EAF-3F53-3784EFCD1E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7212" y="1676400"/>
            <a:ext cx="8659811" cy="48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6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8DEF-0170-8BF9-E719-9EBB9C67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A645BEB-6C7F-FBCA-DB14-A55E0C83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Key Performance Indicators (KPIs)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49630-0EFA-E286-8701-0B8CCAED32EA}"/>
              </a:ext>
            </a:extLst>
          </p:cNvPr>
          <p:cNvSpPr txBox="1"/>
          <p:nvPr/>
        </p:nvSpPr>
        <p:spPr>
          <a:xfrm>
            <a:off x="455612" y="1828800"/>
            <a:ext cx="11506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Admin Tickets: Monitoring administrative or billing-related inquiries.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Yearly Charges: Total revenue generated on an annual basis.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Streaming TV &amp; Streaming Movie: Adoption rates for entertainment services.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C1BE4-CEAF-8B82-68D5-14BEBFA38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98" y="3935784"/>
            <a:ext cx="4343400" cy="2457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DABAF7-8ADB-11FA-1503-E2C0B0A82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2" y="3657600"/>
            <a:ext cx="1819317" cy="290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4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5C97-4F46-5FE7-D3A0-49B646F1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113FBA3-F649-4197-9943-02E310AD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Charts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31438D1E-C705-5228-5341-0A67947F1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2057400"/>
            <a:ext cx="6096000" cy="3886200"/>
          </a:xfrm>
        </p:spPr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Churn Rate by Type of Internal Service: A bar chart identifying which services have the highest turnover.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Churn Rate by Payment Method: A bar chart displaying which payment behaviors correlate with leaving.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Customers by Internal Service: A pie chart showing the distribution of the user base across services.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22F7B-BA32-8CD9-E21D-1A675B253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12" y="1638786"/>
            <a:ext cx="2434735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C279B8-017F-9A7C-B791-B2FA1864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947" y="4876800"/>
            <a:ext cx="2434735" cy="186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6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15B9-99ED-8E68-3CA7-40A93BC2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939F90-355B-C742-55CA-F0016663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Final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9731A4-965E-3085-6FC0-D09D0EB89D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3" y="1600200"/>
            <a:ext cx="9143999" cy="516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FAF9EB-C1C8-4C5D-8C89-1B6D78416FE2}">
  <ds:schemaRefs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532d950-1ec5-40ae-824c-e0f80976e89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3243</TotalTime>
  <Words>119</Words>
  <Application>Microsoft Office PowerPoint</Application>
  <PresentationFormat>Custom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</vt:lpstr>
      <vt:lpstr>Import Data</vt:lpstr>
      <vt:lpstr>Clean Data</vt:lpstr>
      <vt:lpstr>Create Measures</vt:lpstr>
      <vt:lpstr>Figma Design Dashboard</vt:lpstr>
      <vt:lpstr>Key Performance Indicators (KPIs)</vt:lpstr>
      <vt:lpstr>Charts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49</cp:revision>
  <dcterms:created xsi:type="dcterms:W3CDTF">2026-06-07T22:28:29Z</dcterms:created>
  <dcterms:modified xsi:type="dcterms:W3CDTF">2026-09-27T00:20:15Z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