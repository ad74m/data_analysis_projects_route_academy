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7" r:id="rId6"/>
    <p:sldId id="277" r:id="rId7"/>
    <p:sldId id="278" r:id="rId8"/>
    <p:sldId id="281" r:id="rId9"/>
    <p:sldId id="282" r:id="rId10"/>
    <p:sldId id="284" r:id="rId11"/>
    <p:sldId id="285" r:id="rId12"/>
    <p:sldId id="288" r:id="rId13"/>
    <p:sldId id="283" r:id="rId14"/>
    <p:sldId id="286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5" d="100"/>
          <a:sy n="95" d="100"/>
        </p:scale>
        <p:origin x="168" y="2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9/19/2026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u/0/folders/1vpmWRlwvqCZxIPaVxFx6y3O0D0Uok15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2 (Power BI)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2057400"/>
            <a:ext cx="11277600" cy="4648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Angsana New" panose="02020603050405020304" pitchFamily="18" charset="-34"/>
                <a:cs typeface="Angsana New" panose="02020603050405020304" pitchFamily="18" charset="-34"/>
                <a:hlinkClick r:id="rId2"/>
              </a:rPr>
              <a:t>Data Source</a:t>
            </a:r>
            <a:endParaRPr lang="en-US" sz="9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Import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0EF1F-7C95-350F-F469-002BF6C8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2" y="2133600"/>
            <a:ext cx="4652229" cy="3697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E4E00-11BE-9703-71BE-EE40AD646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612" y="2264796"/>
            <a:ext cx="7030027" cy="34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239F-4940-6E96-DFF4-E56F5B81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33EE605-3F7F-A68D-A118-46DBA3CF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2EA40-BAE9-8D55-1A0A-856B8E7F5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2" y="1617071"/>
            <a:ext cx="8440046" cy="1218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AFCA2A-6C45-0D43-CC47-2ACDA8BB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412" y="2909757"/>
            <a:ext cx="8440046" cy="1204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03C2C-C7CE-F7AD-2B66-C1EC8BD5A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035" y="4185460"/>
            <a:ext cx="8523867" cy="1223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FB470D-6CA9-928E-D166-4C8814983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940" y="5484719"/>
            <a:ext cx="7728990" cy="13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9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A4DA-A681-70A6-444C-48291653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307CD1-37BB-CCA0-DE72-A473AE17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Measures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5A5FE-DF2E-83B1-36E7-1963068EF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9" y="2362200"/>
            <a:ext cx="7949527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4EB60D-DF00-00B6-B7F7-2D2AD2CC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9" y="2993224"/>
            <a:ext cx="8512375" cy="3540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D2B4FE-7C14-D759-E36E-8B9927338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99" y="3723366"/>
            <a:ext cx="8606500" cy="3992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AD92BE-8604-721B-2CC2-476A04D51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54" y="4413019"/>
            <a:ext cx="8905739" cy="3540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51956B-73E3-E464-0427-A40F953A4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02" y="5142071"/>
            <a:ext cx="9407988" cy="3851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6550CD-6D55-5879-FDF7-CCBB227FC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102" y="5791200"/>
            <a:ext cx="9325464" cy="4076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938B17-C20B-A423-3F27-80AC864000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0924" y="2507673"/>
            <a:ext cx="2350974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2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9009-03D7-71C6-9C13-5511B59D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9BDAC60-815A-F3C4-9BEA-DEC70DC7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Figma Design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519AD-D1CA-6562-DA22-0437004EF1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1612" y="1600201"/>
            <a:ext cx="4572000" cy="2571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3470E-BE0E-3E4D-19C8-433050206B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4812" y="1608220"/>
            <a:ext cx="4512561" cy="2538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DB4FE6-E841-D59D-89B3-17F4D5C7DB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4612" y="4243484"/>
            <a:ext cx="4512561" cy="253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6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8DEF-0170-8BF9-E719-9EBB9C67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A645BEB-6C7F-FBCA-DB14-A55E0C83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Key Performance Indicators (KPIs)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49630-0EFA-E286-8701-0B8CCAED32EA}"/>
              </a:ext>
            </a:extLst>
          </p:cNvPr>
          <p:cNvSpPr txBox="1"/>
          <p:nvPr/>
        </p:nvSpPr>
        <p:spPr>
          <a:xfrm>
            <a:off x="760412" y="1828800"/>
            <a:ext cx="7162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Total Revenue Generated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Total Products Sold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Total Stocks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Average Shipping Costs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Average Lead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48DC90-69F1-20C9-42DF-59A3FB839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5436639"/>
            <a:ext cx="11578173" cy="92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4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5C97-4F46-5FE7-D3A0-49B646F1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113FBA3-F649-4197-9943-02E310AD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Charts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31438D1E-C705-5228-5341-0A67947F1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2057400"/>
            <a:ext cx="6096000" cy="3886200"/>
          </a:xfrm>
        </p:spPr>
        <p:txBody>
          <a:bodyPr>
            <a:normAutofit fontScale="85000" lnSpcReduction="2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 bar chart showing the distribution of products sold and availability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Another bar chart illustrating products sold and revenue generated by location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 pie chart mapping products by transportation mode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 bar chart for revenue generated by product type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9AA01E-A92A-D942-1412-D2EEDB76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2438400"/>
            <a:ext cx="5963167" cy="360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6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37E8-D068-36F9-F602-5A7C7825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B2A7685-7C0A-F818-E8B7-4A528A88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Charts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25FB7006-1023-D224-EFB3-4447E4913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2057400"/>
            <a:ext cx="6096000" cy="3886200"/>
          </a:xfrm>
        </p:spPr>
        <p:txBody>
          <a:bodyPr>
            <a:normAutofit fontScale="92500" lnSpcReduction="2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Another bar chart showing product type by inspection result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 bar chart displaying shipping times by product type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 bar chart for production volumes by product type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And finally, a bar chart illustrating products by routes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77624-D621-9347-C9DB-46EA4143B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812" y="2133600"/>
            <a:ext cx="5794867" cy="352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2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15B9-99ED-8E68-3CA7-40A93BC2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939F90-355B-C742-55CA-F0016663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Final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0F0DF-C5BD-6156-FC5F-98B1DEF4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53" y="2218894"/>
            <a:ext cx="6046439" cy="3410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49378-815E-5BDD-659D-33A8A58182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53257" y="2214067"/>
            <a:ext cx="6060955" cy="342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054E-9C9C-89CD-F31D-271C5BCE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3ED4A62-D5BF-E28C-695F-98CFB201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69A74C-8291-F90C-BC32-3DAF0F4DF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2012" y="1753241"/>
            <a:ext cx="8610599" cy="486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6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532d950-1ec5-40ae-824c-e0f80976e89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3128</TotalTime>
  <Words>125</Words>
  <Application>Microsoft Office PowerPoint</Application>
  <PresentationFormat>Custom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</vt:lpstr>
      <vt:lpstr>Import Data</vt:lpstr>
      <vt:lpstr>Clean Data</vt:lpstr>
      <vt:lpstr>Create Measures</vt:lpstr>
      <vt:lpstr>Figma Design Dashboard</vt:lpstr>
      <vt:lpstr>Key Performance Indicators (KPIs)</vt:lpstr>
      <vt:lpstr>Charts</vt:lpstr>
      <vt:lpstr>Charts</vt:lpstr>
      <vt:lpstr>Final Dashboard</vt:lpstr>
      <vt:lpstr>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44</cp:revision>
  <dcterms:created xsi:type="dcterms:W3CDTF">2026-06-07T22:28:29Z</dcterms:created>
  <dcterms:modified xsi:type="dcterms:W3CDTF">2026-09-19T20:02:34Z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